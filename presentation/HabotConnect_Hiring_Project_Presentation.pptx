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401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Staging Provisioning &amp;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Fail-Closed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Cloud &amp; DevOps Engineer — Hiring Project Submission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Kolla Hema Sundharam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kollahemasundharam.tech9@gmail.com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Staging Incident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wrong, and what this project restores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Unencrypted credentials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developer pushed raw API secret keys directly into application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057400"/>
            <a:ext cx="548640" cy="54864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mismatch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downstream database schema mismatch broke analytics dependent on staged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33375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gate existed to catch either issue before it reached staging.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submission restores integrity through three engineered controls: secure IaC provisioning, a fail-closed CI/CD gate, and strict schema validation.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Introduction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Hema Sundharam · kollahemasundharam.tech9@gmail.com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raw submission to enforced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5216" y="23774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5216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onboarding form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62656" y="26974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65576" y="23774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REST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65576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DCYN validation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43016" y="26974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45936" y="23774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 Raw Landing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45936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payloads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23376" y="26974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226296" y="23774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6296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BigQuery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 Staged/Enforced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26296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RLS-protected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448056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between the frontend and D1 is gated by the Poka-Yoke CI/CD pipeline described in the next sections — no code reaches D0 or D1 without passing lint, secret-scan, and schema checks.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Architecture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Hema Sundharam · kollahemasundharam.tech9@gmail.com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Secure Staging Provisioning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main.tf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 Raw Landing (GCS)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bucket-level access — IAM only, no legacy ACLs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public_access_prevention = enforced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enabled to protect the only raw copy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lifecycle rule auto-deletes processed payloads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SA: objectCreator + objectViewer only — no delete, no admin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 Staged/Enforced (BigQuery)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access block — no allUsers / allAuthenticatedUsers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SA: WRITER only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group: READER only, restricted by row-level security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Access Policy: consent_given = true required to view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deletion_protection = true on the table resource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Task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Hema Sundharam · kollahemasundharam.tech9@gmail.com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Least Privilege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identity gets the minimum role required, nothing more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474720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Granted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Explicitly Denied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service account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GCS D0 bucket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objectCreator, objectViewer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objectAdmin, legacy ACL roles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service account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BigQuery D1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OWNER, data export outside pipeline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BigQuery D1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 (row-restricted)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where consent_given = 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owners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resources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(break-glass only)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Day-to-day operational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broad or default roles (roles/owner, allUsers) never appear anywhere in main.tf — every grant is named, scoped, and justified by an inline comment.</a:t>
            </a:r>
            <a:endParaRPr lang="en-US" sz="1300" dirty="0"/>
          </a:p>
        </p:txBody>
      </p:sp>
      <p:sp>
        <p:nvSpPr>
          <p:cNvPr id="4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Task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Hema Sundharam · kollahemasundharam.tech9@gmail.com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Poka-Yoke Build Gate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build-gate.yml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3796" y="173736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3796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Scan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6676" y="2743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checks full commit history for hardcoded keys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37076" y="237744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02836" y="173736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2836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02836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Lint &amp; Format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85716" y="2743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+ black, check-only, no auto-fix in CI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86116" y="237744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51876" y="173736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1876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51876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Validate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34756" y="2743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 check, validate, tflint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" y="41148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" y="4343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single gate failing → build-gate-summary job exits 1 → PR blocked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design: this workflow only blocks a merge when it is also set as a required status check in branch protection — configured separately in repo settings.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Task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Hema Sundharam · kollahemasundharam.tech9@gmail.com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DCYN Deconstruction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ambiguous free text into binary decision fields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6636" y="19202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JSON field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9516" y="2651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learning_difficulty_description (free text)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08476" y="23774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48556" y="19202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4631436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Serializer validator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1436" y="2651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validate_&lt;field&gt;() applies a single, named rule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40396" y="23774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80476" y="19202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563356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DCYN binary field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63356" y="2651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has_diagnosed_learning_difficulty = True / False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Object-level rule (validate()):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requires_lsa_support = True requires has_diagnosed_learning_difficulty = True, or the record is rejected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support_frequency cannot be NOT_APPLICABLE when requires_lsa_support = True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consent_given must equal True before a record can be staged into D1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Task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Hema Sundharam · kollahemasundharam.tech9@gmail.com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Serializer Field Discipline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DCYNStudentOnboardingSerializer — every field strictly bounded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566157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length 10, regex STU-XXXXXX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guardian_email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email, max 254 chars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guardian_full_name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2-120 chars, whitespace trimmed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student_date_of_birth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%Y-%m-%d format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has_diagnosed_learning_difficulty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True/False only — no string coercion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support_frequency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 4 fixed values — no free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uses a bare, unconstrained CharField — every input type either rejects ambiguity outright or is converted to a fixed enumeration.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Task 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Hema Sundharam · kollahemasundharam.tech9@gmail.com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onboarding form submission to queryable staged record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7512" y="2743200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7432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33472" y="3063240"/>
            <a:ext cx="301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89504" y="2743200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9504" y="27432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Serializer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DCYN Validation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55464" y="3063240"/>
            <a:ext cx="301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11496" y="2743200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11496" y="27432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77456" y="3063240"/>
            <a:ext cx="301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33488" y="2743200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27432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Sink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99448" y="3063240"/>
            <a:ext cx="301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55480" y="2743200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27432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Staged/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Table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alignment guarantee: the serializer's field set is a strict subset of the BigQuery table schema in main.tf, so a Pub/Sub message that passes validation cannot fail to stream into D1 — eliminating the schema-mismatch failure mode from the original incident.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Data Flow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Hema Sundharam · kollahemasundharam.tech9@gmail.com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Posture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62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Access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grant scoped to a single role, no broad or default permissions anywhere in the codebase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6204F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6916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2402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restricts analyst visibility to consented records only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6204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776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Enforcement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CI/CD gate — no human review step can be skipped or bypassed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749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6204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9776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Placeholders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45262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secrets, no TODOs, no ambiguous free-text fields reach staged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Security Summary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Hema Sundharam · kollahemasundharam.tech9@gmail.com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Trade-offs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explicitly, per project requirements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service account is assumed to already exist and is referenced by variable, not created in this module, to keep IAM bootstrapping separate from resource provisioning.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Access Policy uses the native google_bigquery_row_access_policy resource; if the deployed provider version lacks support, the equivalent SQL is applied manually and documented in the README.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lifecycle deletion on D0 Raw Landing assumes staged data is durably persisted in D1 well before that window closes.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group access is read-only and row-restricted; no analyst identity has write access to D1 under any configuration.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Assumptions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Hema Sundharam · kollahemasundharam.tech9@gmail.com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Contents &amp; Links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0091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822960" y="1901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3113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https://github.com/hemasundharGit/Habot-Combat/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16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— main.tf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4553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Secure staging provisioning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30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 — build-gate.yml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05993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Poka-Yoke fail-closed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45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— serializers.py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97433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DCYN schema validation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5595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Mapping — schema-mapping.xlsx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88873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Text enabled, full field mapping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Submission Contents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 Hema Sundharam · kollahemasundharam.tech9@gmail.com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discuss the design decisions behind every gate.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846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Kolla Hema Sundharam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kollahemasundharam.tech9@gmail.com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1260</Words>
  <Application>Microsoft Office PowerPoint</Application>
  <PresentationFormat>Widescreen</PresentationFormat>
  <Paragraphs>208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Kolla Hema Sundharam</cp:lastModifiedBy>
  <cp:revision>2</cp:revision>
  <dcterms:created xsi:type="dcterms:W3CDTF">2026-07-31T09:27:04Z</dcterms:created>
  <dcterms:modified xsi:type="dcterms:W3CDTF">2026-08-01T06:57:59Z</dcterms:modified>
</cp:coreProperties>
</file>