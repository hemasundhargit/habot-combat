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16204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HabotConnect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19202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Secure Staging Provisioning &amp;</a:t>
            </a:r>
            <a:endParaRPr lang="en-US" sz="4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Fail-Closed Pipeline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37947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Junior Cloud &amp; DevOps Engineer — Hiring Project Submission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486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Kolla Hema Sundharam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kollahemasundharam.tech9@gmail.com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Staging Incident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wrong, and what this project restores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57400"/>
            <a:ext cx="548640" cy="54864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27889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Unencrypted credentials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3063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developer pushed raw API secret keys directly into application code.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73736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4709160" y="2057400"/>
            <a:ext cx="548640" cy="548640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63440" y="27889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 mismatch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63440" y="3337560"/>
            <a:ext cx="3063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downstream database schema mismatch broke analytics dependent on staged data.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0" y="1737360"/>
            <a:ext cx="36118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8549640" y="205740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85496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503920" y="2788920"/>
            <a:ext cx="3063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Root cause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503920" y="3337560"/>
            <a:ext cx="3063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automated gate existed to catch either issue before it reached staging.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submission restores integrity through three engineered controls: secure IaC provisioning, a fail-closed CI/CD gate, and strict schema validation.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Introduction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Overview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flow from raw submission to enforced data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85216" y="23774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8521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85216" y="31546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onboarding form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62656" y="269748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3465576" y="23774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46557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Django REST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465576" y="31546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DCYN validation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3016" y="269748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6345936" y="23774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4593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D0 Raw Landing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345936" y="31546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 payloads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723376" y="2697480"/>
            <a:ext cx="502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226296" y="2377440"/>
            <a:ext cx="237744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26296" y="25146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BigQuery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D1 Staged/Enforced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226296" y="315468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RLS-protected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97280" y="4480560"/>
            <a:ext cx="9966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between the frontend and D1 is gated by the Poka-Yoke CI/CD pipeline described in the next sections — no code reaches D0 or D1 without passing lint, secret-scan, and schema checks.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Architecture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1 — Secure Staging Provisioning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Terraform: main.tf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9202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D0 Raw Landing (GCS)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bucket-level access — IAM only, no legacy ACLs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public_access_prevention = enforced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Versioning enabled to protect the only raw copy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lifecycle rule auto-deletes processed payloads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SA: objectCreator + objectViewer only — no delete, no admin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92024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D1 Staged/Enforced (BigQuery)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access block — no allUsers / allAuthenticatedUsers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SA: WRITER only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group: READER only, restricted by row-level security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Access Policy: consent_given = true required to view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deletion_protection = true on the table resource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Task 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1 — Least Privilege at a Glance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identity gets the minimum role required, nothing more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3474720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  <a:gridCol w="2766060"/>
                <a:gridCol w="276606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Resource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Granted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Explicitly Denied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service account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GCS D0 bucket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objectCreator, objectViewer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objectAdmin, legacy ACL roles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Pipeline service account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 D1 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OWNER, data export outside pipeline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 group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BigQuery D1 dataset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READER (row-restricted)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Rows where consent_given = false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owners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resources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OWNER (break-glass only)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Day-to-day operational access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48640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principle: broad or default roles (roles/owner, allUsers) never appear anywhere in main.tf — every grant is named, scoped, and justified by an inline comment.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Task 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2 — Poka-Yoke Build Gate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Actions: build-gate.yml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53796" y="173736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3796" y="18745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3796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Secret Scan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6676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Gitleaks checks full commit history for hardcoded keys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037076" y="2377440"/>
            <a:ext cx="365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4402836" y="173736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2836" y="18745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402836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Python Lint &amp; Format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585716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black, check-only, no auto-fix in CI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786116" y="2377440"/>
            <a:ext cx="365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151876" y="1737360"/>
            <a:ext cx="3383280" cy="2011680"/>
          </a:xfrm>
          <a:prstGeom prst="roundRect">
            <a:avLst>
              <a:gd name="adj" fmla="val 3636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51876" y="18745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151876" y="219456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 Validate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334756" y="274320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fmt check, validate, tflint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53796" y="411480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53796" y="43434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 single gate failing → build-gate-summary job exits 1 → PR blocked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design: this workflow only blocks a merge when it is also set as a required status check in branch protection — configured separately in repo settings.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Task 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2 — Fail-Closed Proof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Demonstration: a planted secret blocks the pipeline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BEAEA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3566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failed checks list 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here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217920" y="1737360"/>
            <a:ext cx="5394960" cy="4114800"/>
          </a:xfrm>
          <a:prstGeom prst="roundRect">
            <a:avLst>
              <a:gd name="adj" fmla="val 1778"/>
            </a:avLst>
          </a:prstGeom>
          <a:solidFill>
            <a:srgbClr val="FBEAEA"/>
          </a:solidFill>
          <a:ln w="19050">
            <a:solidFill>
              <a:srgbClr val="B3261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35661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Screenshot: Gitleaks log detail 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92240" y="192024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screenshot here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5989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steps: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demo/fail-closed-proof → commit planted-secret-demo.py → open PR → Gate 1 fails red → branch protection shows "Merging is blocked" → branch deleted after capture.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Task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3 — DCYN Deconstruction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ambiguous free text into binary decision fields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16636" y="192024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699516" y="2103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JSON field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99516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learning_difficulty_description (free text)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3808476" y="237744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448556" y="192024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F4F6FC"/>
          </a:solidFill>
          <a:ln/>
        </p:spPr>
      </p:sp>
      <p:sp>
        <p:nvSpPr>
          <p:cNvPr id="9" name="Text 7"/>
          <p:cNvSpPr/>
          <p:nvPr/>
        </p:nvSpPr>
        <p:spPr>
          <a:xfrm>
            <a:off x="4631436" y="2103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Serializer validator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31436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validate_&lt;field&gt;() applies a single, named rule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740396" y="2377440"/>
            <a:ext cx="6400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380476" y="1920240"/>
            <a:ext cx="329184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8563356" y="2103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DCYN binary field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563356" y="2651760"/>
            <a:ext cx="2926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has_diagnosed_learning_difficulty = True / False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42062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Object-level rule (validate()):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548640" y="4617720"/>
            <a:ext cx="1106424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requires_lsa_support = True requires has_diagnosed_learning_difficulty = True, or the record is rejected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support_frequency cannot be NOT_APPLICABLE when requires_lsa_support = True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consent_given must equal True before a record can be staged into D1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Task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Task 3 — Serializer Field Discipline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DCYNStudentOnboardingSerializer — every field strictly bounded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356616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Constraint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student_id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length 10, regex STU-XXXXXX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guardian_email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email, max 254 chars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guardian_full_name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2-120 chars, whitespace trimmed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student_date_of_birth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Strict %Y-%m-%d format only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has_diagnosed_learning_difficulty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True/False only — no string coercion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451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support_frequency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ChoiceField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of 4 fixed values — no free text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uses a bare, unconstrained CharField — every input type either rejects ambiguity outright or is converted to a fixed enumeration.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Task 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End-to-End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onboarding form submission to queryable staged record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67512" y="2743200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67512" y="27432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Payload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33472" y="3063240"/>
            <a:ext cx="3017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889504" y="2743200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89504" y="27432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DRF Serializer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DCYN Validation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855464" y="3063240"/>
            <a:ext cx="3017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111496" y="2743200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1496" y="27432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Pub/Sub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077456" y="3063240"/>
            <a:ext cx="3017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7333488" y="2743200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F4F6FC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33488" y="27432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BigQuery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 Sink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299448" y="3063240"/>
            <a:ext cx="30175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555480" y="2743200"/>
            <a:ext cx="1965960" cy="1280160"/>
          </a:xfrm>
          <a:prstGeom prst="roundRect">
            <a:avLst>
              <a:gd name="adj" fmla="val 500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555480" y="2743200"/>
            <a:ext cx="1965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 Staged/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Table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14400" y="457200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alignment guarantee: the serializer's field set is a strict subset of the BigQuery table schema in main.tf, so a Pub/Sub message that passes validation cannot fail to stream into D1 — eliminating the schema-mismatch failure mode from the original incident.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Data Flow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Security Posture Summary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16204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916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 &amp; Access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grant scoped to a single role, no broad or default permissions anywhere in the codebase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263640" y="1463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16204F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6916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Protection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37960" y="224028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restricts analyst visibility to consented records only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749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16204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9776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Automated Enforcement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22960" y="452628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Fail-closed CI/CD gate — no human review step can be skipped or bypassed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74904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16204F"/>
          </a:solidFill>
          <a:ln/>
        </p:spPr>
      </p:sp>
      <p:sp>
        <p:nvSpPr>
          <p:cNvPr id="13" name="Text 11"/>
          <p:cNvSpPr/>
          <p:nvPr/>
        </p:nvSpPr>
        <p:spPr>
          <a:xfrm>
            <a:off x="6537960" y="397764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Zero Placeholders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37960" y="4526280"/>
            <a:ext cx="4892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hardcoded secrets, no TODOs, no ambiguous free-text fields reach staged data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Security Summary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Assumptions &amp; Trade-offs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explicitly, per project requirements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1106424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service account is assumed to already exist and is referenced by variable, not created in this module, to keep IAM bootstrapping separate from resource provisioning.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Access Policy uses the native google_bigquery_row_access_policy resource; if the deployed provider version lacks support, the equivalent SQL is applied manually and documented in the README.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 lifecycle deletion on D0 Raw Landing assumes staged data is durably persisted in D1 well before that window closes.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5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group access is read-only and row-restricted; no analyst identity has write access to D1 under any configuration.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Assumptions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Submission Contents &amp; Links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4F6FC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9019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Repository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223113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 your repo URL here]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4F6FC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163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Terraform — main.tf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314553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1: Secure staging provisioning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4F6F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7307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GitHub Actions — build-gate.yml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05993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2: Poka-Yoke fail-closed pipeline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6451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Django — serializers.py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497433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3: DCYN schema validation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7059"/>
            </a:avLst>
          </a:prstGeom>
          <a:solidFill>
            <a:srgbClr val="F4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559552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Schema Mapping — schema-mapping.xlsx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" y="5888736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Text enabled, full field mapping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Submission Contents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75120" y="6537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 Hema Sundharam · kollahemasundharam.tech9@gmail.com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37744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38328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discuss the design decisions behind every gate.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484632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Kolla Hema Sundharam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257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kollahemasundharam.tech9@gmail.com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2026-07-31T09:27:04Z</dcterms:created>
  <dcterms:modified xsi:type="dcterms:W3CDTF">2026-07-31T09:27:04Z</dcterms:modified>
</cp:coreProperties>
</file>